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56" r:id="rId1"/>
  </p:sldMasterIdLst>
  <p:notesMasterIdLst>
    <p:notesMasterId r:id="rId6"/>
  </p:notesMasterIdLst>
  <p:sldIdLst>
    <p:sldId id="298" r:id="rId2"/>
    <p:sldId id="301" r:id="rId3"/>
    <p:sldId id="300" r:id="rId4"/>
    <p:sldId id="29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01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97"/>
    <p:restoredTop sz="94681"/>
  </p:normalViewPr>
  <p:slideViewPr>
    <p:cSldViewPr snapToGrid="0">
      <p:cViewPr varScale="1">
        <p:scale>
          <a:sx n="101" d="100"/>
          <a:sy n="101" d="100"/>
        </p:scale>
        <p:origin x="2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B91A-72A9-B746-8333-2FA5FC6CFB31}" type="datetimeFigureOut">
              <a:rPr lang="en-PT" smtClean="0"/>
              <a:t>26/05/2025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D33C4-5F65-AF42-9574-08D065DF93A2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4594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7683-FDDF-0E41-97AF-7FE8BADDF8C3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7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E84C-2563-3B48-9CEC-CB59DA91CEDB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02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9EDED-19E4-9042-84B9-9ED7FFEBA0C7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53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5D98-91B6-6E4D-B201-BFF489D082E4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8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E6BB4-8CBE-6C48-9E64-63BA73C4C3A8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4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52CC-758A-FE4B-AC0A-77CADA7A47E1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7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2E31-C02F-CB4F-A75B-C397714ED712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2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4DD23-A930-A14C-AB71-76AB0B5111FC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1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94BE012-E46F-EB41-BE4B-BE928EE1C5E9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9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3E13-A5E8-1D47-97E7-47E2AC31CCC0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52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36-1A64-D94E-8E32-08A61B3EC20C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934837A-06FA-3744-8AC1-6BE232BED62A}" type="datetime1">
              <a:rPr lang="en-US" smtClean="0"/>
              <a:t>5/26/25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8DF6-4BAF-DB43-9700-7077A34F9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747E-66F2-8A27-35C3-43667BCA4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pt-PT" noProof="0" dirty="0"/>
              <a:t>Lupa Digital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08D0B-BCFB-B1E6-2387-D6368CAD2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117961"/>
            <a:ext cx="6801612" cy="512832"/>
          </a:xfrm>
        </p:spPr>
        <p:txBody>
          <a:bodyPr anchor="ctr">
            <a:normAutofit/>
          </a:bodyPr>
          <a:lstStyle/>
          <a:p>
            <a:r>
              <a:rPr lang="pt-PT" dirty="0"/>
              <a:t>Hugo Veríssimo</a:t>
            </a:r>
          </a:p>
        </p:txBody>
      </p:sp>
      <p:pic>
        <p:nvPicPr>
          <p:cNvPr id="4" name="Content Placeholder 7" descr="A magnifying glass over a newspaper&#10;&#10;AI-generated content may be incorrect.">
            <a:extLst>
              <a:ext uri="{FF2B5EF4-FFF2-40B4-BE49-F238E27FC236}">
                <a16:creationId xmlns:a16="http://schemas.microsoft.com/office/drawing/2014/main" id="{7FE5E04F-9077-65CF-796F-3F85FD2C3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93" y="1718989"/>
            <a:ext cx="2804689" cy="2804689"/>
          </a:xfrm>
          <a:prstGeom prst="rect">
            <a:avLst/>
          </a:prstGeom>
          <a:noFill/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3374123-6E98-7806-215D-B76D44ED4C8A}"/>
              </a:ext>
            </a:extLst>
          </p:cNvPr>
          <p:cNvSpPr txBox="1">
            <a:spLocks/>
          </p:cNvSpPr>
          <p:nvPr/>
        </p:nvSpPr>
        <p:spPr>
          <a:xfrm>
            <a:off x="5126123" y="6345168"/>
            <a:ext cx="1939754" cy="5128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29/05/2025</a:t>
            </a:r>
          </a:p>
        </p:txBody>
      </p:sp>
      <p:pic>
        <p:nvPicPr>
          <p:cNvPr id="8" name="Picture 7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B91C32EB-1871-9914-7E46-86DE0FA9E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3" y="6205970"/>
            <a:ext cx="2095468" cy="56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5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gnifying glass and a magnifying glass&#10;&#10;AI-generated content may be incorrect.">
            <a:extLst>
              <a:ext uri="{FF2B5EF4-FFF2-40B4-BE49-F238E27FC236}">
                <a16:creationId xmlns:a16="http://schemas.microsoft.com/office/drawing/2014/main" id="{54D92A6B-B79E-2595-F8C2-FB2126BD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6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ard&#10;&#10;AI-generated content may be incorrect.">
            <a:extLst>
              <a:ext uri="{FF2B5EF4-FFF2-40B4-BE49-F238E27FC236}">
                <a16:creationId xmlns:a16="http://schemas.microsoft.com/office/drawing/2014/main" id="{8408D744-B33E-0FEF-A765-22CF35F90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5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640680-50F8-B404-8154-680273DC59C6}"/>
              </a:ext>
            </a:extLst>
          </p:cNvPr>
          <p:cNvSpPr txBox="1">
            <a:spLocks/>
          </p:cNvSpPr>
          <p:nvPr/>
        </p:nvSpPr>
        <p:spPr>
          <a:xfrm>
            <a:off x="803243" y="2489454"/>
            <a:ext cx="5894832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T"/>
              <a:t>Lupa Digital</a:t>
            </a:r>
            <a:endParaRPr lang="en-P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CD5757-70DF-4A72-B8BA-D5E5ACAA8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A93A49-7FC9-4173-84F4-14FF7005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7" descr="A magnifying glass over a newspaper&#10;&#10;AI-generated content may be incorrect.">
            <a:extLst>
              <a:ext uri="{FF2B5EF4-FFF2-40B4-BE49-F238E27FC236}">
                <a16:creationId xmlns:a16="http://schemas.microsoft.com/office/drawing/2014/main" id="{A58F74A3-F0B0-6258-6FCA-055B6048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47" y="2067654"/>
            <a:ext cx="1868377" cy="18683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C69A-4679-0871-06AB-69ADB042E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299" y="1128683"/>
            <a:ext cx="3657600" cy="460063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PT" b="1" dirty="0"/>
              <a:t>Agradecimentos</a:t>
            </a:r>
          </a:p>
          <a:p>
            <a:pPr marL="0" indent="0" algn="ctr">
              <a:buNone/>
            </a:pPr>
            <a:endParaRPr lang="pt-PT" sz="400" b="1" dirty="0"/>
          </a:p>
          <a:p>
            <a:pPr marL="0" indent="0" algn="ctr">
              <a:buNone/>
            </a:pPr>
            <a:r>
              <a:rPr lang="pt-PT" dirty="0"/>
              <a:t>Prof.  Alina </a:t>
            </a:r>
            <a:r>
              <a:rPr lang="pt-PT" dirty="0" err="1"/>
              <a:t>Trifan</a:t>
            </a:r>
            <a:endParaRPr lang="pt-PT" dirty="0"/>
          </a:p>
          <a:p>
            <a:pPr marL="0" indent="0" algn="ctr">
              <a:buNone/>
            </a:pPr>
            <a:r>
              <a:rPr lang="pt-PT" dirty="0"/>
              <a:t>Cristiano Nicolau</a:t>
            </a:r>
          </a:p>
          <a:p>
            <a:pPr marL="0" indent="0" algn="ctr">
              <a:buNone/>
            </a:pPr>
            <a:r>
              <a:rPr lang="pt-PT" dirty="0"/>
              <a:t>Helena Veríssimo</a:t>
            </a:r>
          </a:p>
          <a:p>
            <a:pPr marL="0" indent="0" algn="ctr">
              <a:buNone/>
            </a:pPr>
            <a:r>
              <a:rPr lang="pt-PT" dirty="0"/>
              <a:t>João Cardoso</a:t>
            </a:r>
          </a:p>
          <a:p>
            <a:pPr marL="0" indent="0" algn="ctr">
              <a:buNone/>
            </a:pPr>
            <a:r>
              <a:rPr lang="pt-PT" dirty="0"/>
              <a:t>Lara Pereira</a:t>
            </a:r>
          </a:p>
          <a:p>
            <a:pPr algn="ctr"/>
            <a:endParaRPr lang="en-PT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29EF52-6F47-9C24-C8F5-1FD0EFE4BBEB}"/>
              </a:ext>
            </a:extLst>
          </p:cNvPr>
          <p:cNvSpPr txBox="1">
            <a:spLocks/>
          </p:cNvSpPr>
          <p:nvPr/>
        </p:nvSpPr>
        <p:spPr>
          <a:xfrm>
            <a:off x="2319424" y="3726515"/>
            <a:ext cx="2862470" cy="419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dirty="0"/>
              <a:t>lupa-</a:t>
            </a:r>
            <a:r>
              <a:rPr lang="pt-PT" dirty="0" err="1"/>
              <a:t>digital.pt</a:t>
            </a:r>
            <a:endParaRPr lang="pt-PT" dirty="0"/>
          </a:p>
        </p:txBody>
      </p:sp>
      <p:pic>
        <p:nvPicPr>
          <p:cNvPr id="11" name="Picture 10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AF487892-CC1D-7866-257D-AA9FCB6EC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3" y="6205970"/>
            <a:ext cx="2095468" cy="568905"/>
          </a:xfrm>
          <a:prstGeom prst="rect">
            <a:avLst/>
          </a:prstGeom>
        </p:spPr>
      </p:pic>
      <p:pic>
        <p:nvPicPr>
          <p:cNvPr id="16" name="Picture 15" descr="A green and white logo&#10;&#10;AI-generated content may be incorrect.">
            <a:extLst>
              <a:ext uri="{FF2B5EF4-FFF2-40B4-BE49-F238E27FC236}">
                <a16:creationId xmlns:a16="http://schemas.microsoft.com/office/drawing/2014/main" id="{E7209FD1-7E1B-53EA-99B7-DEA81CCB6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612" y="4610278"/>
            <a:ext cx="1140972" cy="42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5884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1655</TotalTime>
  <Words>23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Gill Sans MT</vt:lpstr>
      <vt:lpstr>Parcel</vt:lpstr>
      <vt:lpstr>Lupa Digital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C. Veríssimo</dc:creator>
  <cp:lastModifiedBy>Hugo C. Veríssimo</cp:lastModifiedBy>
  <cp:revision>193</cp:revision>
  <dcterms:created xsi:type="dcterms:W3CDTF">2025-05-24T10:50:27Z</dcterms:created>
  <dcterms:modified xsi:type="dcterms:W3CDTF">2025-05-26T16:35:25Z</dcterms:modified>
</cp:coreProperties>
</file>