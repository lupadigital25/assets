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756" r:id="rId1"/>
  </p:sldMasterIdLst>
  <p:notesMasterIdLst>
    <p:notesMasterId r:id="rId6"/>
  </p:notesMasterIdLst>
  <p:sldIdLst>
    <p:sldId id="298" r:id="rId2"/>
    <p:sldId id="302" r:id="rId3"/>
    <p:sldId id="303" r:id="rId4"/>
    <p:sldId id="295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24B1"/>
    <a:srgbClr val="F2F2F2"/>
    <a:srgbClr val="001A6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210"/>
    <p:restoredTop sz="94681"/>
  </p:normalViewPr>
  <p:slideViewPr>
    <p:cSldViewPr snapToGrid="0">
      <p:cViewPr>
        <p:scale>
          <a:sx n="75" d="100"/>
          <a:sy n="75" d="100"/>
        </p:scale>
        <p:origin x="1368" y="10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04B91A-72A9-B746-8333-2FA5FC6CFB31}" type="datetimeFigureOut">
              <a:rPr lang="en-PT" smtClean="0"/>
              <a:t>27/05/2025</a:t>
            </a:fld>
            <a:endParaRPr lang="en-P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ED33C4-5F65-AF42-9574-08D065DF93A2}" type="slidenum">
              <a:rPr lang="en-PT" smtClean="0"/>
              <a:t>‹#›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37459436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07683-FDDF-0E41-97AF-7FE8BADDF8C3}" type="datetime1">
              <a:rPr lang="en-US" smtClean="0"/>
              <a:t>5/27/25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33739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CEE84C-2563-3B48-9CEC-CB59DA91CEDB}" type="datetime1">
              <a:rPr lang="en-US" smtClean="0"/>
              <a:t>5/27/25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20230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F9EDED-19E4-9042-84B9-9ED7FFEBA0C7}" type="datetime1">
              <a:rPr lang="en-US" smtClean="0"/>
              <a:t>5/27/25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95377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6C5D98-91B6-6E4D-B201-BFF489D082E4}" type="datetime1">
              <a:rPr lang="en-US" smtClean="0"/>
              <a:t>5/27/25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85896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EE6BB4-8CBE-6C48-9E64-63BA73C4C3A8}" type="datetime1">
              <a:rPr lang="en-US" smtClean="0"/>
              <a:t>5/27/25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97496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552CC-758A-FE4B-AC0A-77CADA7A47E1}" type="datetime1">
              <a:rPr lang="en-US" smtClean="0"/>
              <a:t>5/27/25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26728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092E31-C02F-CB4F-A75B-C397714ED712}" type="datetime1">
              <a:rPr lang="en-US" smtClean="0"/>
              <a:t>5/27/25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7627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4DD23-A930-A14C-AB71-76AB0B5111FC}" type="datetime1">
              <a:rPr lang="en-US" smtClean="0"/>
              <a:t>5/27/25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8151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8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D94BE012-E46F-EB41-BE4B-BE928EE1C5E9}" type="datetime1">
              <a:rPr lang="en-US" smtClean="0"/>
              <a:t>5/27/25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18916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173E13-A5E8-1D47-97E7-47E2AC31CCC0}" type="datetime1">
              <a:rPr lang="en-US" smtClean="0"/>
              <a:t>5/27/25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65255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3D0E36-1A64-D94E-8E32-08A61B3EC20C}" type="datetime1">
              <a:rPr lang="en-US" smtClean="0"/>
              <a:t>5/27/25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84978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chemeClr val="bg1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B934837A-06FA-3744-8AC1-6BE232BED62A}" type="datetime1">
              <a:rPr lang="en-US" smtClean="0"/>
              <a:t>5/27/25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7175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hf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8A8DF6-4BAF-DB43-9700-7077A34F9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FB747E-66F2-8A27-35C3-43667BCA459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/>
          <a:lstStyle/>
          <a:p>
            <a:r>
              <a:rPr lang="pt-PT" noProof="0" dirty="0"/>
              <a:t>Lupa Digital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408D0B-BCFB-B1E6-2387-D6368CAD25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4" y="4117961"/>
            <a:ext cx="6801612" cy="512832"/>
          </a:xfrm>
        </p:spPr>
        <p:txBody>
          <a:bodyPr anchor="ctr">
            <a:normAutofit/>
          </a:bodyPr>
          <a:lstStyle/>
          <a:p>
            <a:r>
              <a:rPr lang="pt-PT" dirty="0">
                <a:solidFill>
                  <a:schemeClr val="tx1">
                    <a:lumMod val="85000"/>
                    <a:lumOff val="15000"/>
                  </a:schemeClr>
                </a:solidFill>
                <a:latin typeface="Montserrat" pitchFamily="2" charset="77"/>
              </a:rPr>
              <a:t>Hugo Veríssimo</a:t>
            </a:r>
          </a:p>
        </p:txBody>
      </p:sp>
      <p:pic>
        <p:nvPicPr>
          <p:cNvPr id="4" name="Content Placeholder 7" descr="A magnifying glass over a newspaper&#10;&#10;AI-generated content may be incorrect.">
            <a:extLst>
              <a:ext uri="{FF2B5EF4-FFF2-40B4-BE49-F238E27FC236}">
                <a16:creationId xmlns:a16="http://schemas.microsoft.com/office/drawing/2014/main" id="{7FE5E04F-9077-65CF-796F-3F85FD2C3C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693" y="1718989"/>
            <a:ext cx="2804689" cy="2804689"/>
          </a:xfrm>
          <a:prstGeom prst="rect">
            <a:avLst/>
          </a:prstGeom>
          <a:noFill/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D3374123-6E98-7806-215D-B76D44ED4C8A}"/>
              </a:ext>
            </a:extLst>
          </p:cNvPr>
          <p:cNvSpPr txBox="1">
            <a:spLocks/>
          </p:cNvSpPr>
          <p:nvPr/>
        </p:nvSpPr>
        <p:spPr>
          <a:xfrm>
            <a:off x="5126123" y="6345168"/>
            <a:ext cx="1939754" cy="512832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20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PT" dirty="0">
                <a:solidFill>
                  <a:schemeClr val="tx1">
                    <a:lumMod val="85000"/>
                    <a:lumOff val="15000"/>
                  </a:schemeClr>
                </a:solidFill>
                <a:latin typeface="Montserrat" pitchFamily="2" charset="77"/>
              </a:rPr>
              <a:t>29/05/2025</a:t>
            </a:r>
          </a:p>
        </p:txBody>
      </p:sp>
      <p:pic>
        <p:nvPicPr>
          <p:cNvPr id="8" name="Picture 7" descr="A black text on a black background&#10;&#10;AI-generated content may be incorrect.">
            <a:extLst>
              <a:ext uri="{FF2B5EF4-FFF2-40B4-BE49-F238E27FC236}">
                <a16:creationId xmlns:a16="http://schemas.microsoft.com/office/drawing/2014/main" id="{B91C32EB-1871-9914-7E46-86DE0FA9E6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23" y="6205970"/>
            <a:ext cx="2095468" cy="568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8564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138AD-4E46-DFE5-3501-05DE72C7A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B95B80-FBD5-7A9E-03B1-57F46ECB65C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/>
          <a:lstStyle/>
          <a:p>
            <a:r>
              <a:rPr lang="pt-PT" noProof="0" dirty="0">
                <a:solidFill>
                  <a:srgbClr val="2124B1"/>
                </a:solidFill>
              </a:rPr>
              <a:t>Lupa Digital</a:t>
            </a:r>
          </a:p>
        </p:txBody>
      </p:sp>
      <p:pic>
        <p:nvPicPr>
          <p:cNvPr id="4" name="Content Placeholder 7" descr="A magnifying glass over a newspaper&#10;&#10;AI-generated content may be incorrect.">
            <a:extLst>
              <a:ext uri="{FF2B5EF4-FFF2-40B4-BE49-F238E27FC236}">
                <a16:creationId xmlns:a16="http://schemas.microsoft.com/office/drawing/2014/main" id="{0CF905CD-E0F6-6589-0ED5-8E40C39FB9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693" y="1718989"/>
            <a:ext cx="2804689" cy="2804689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4749745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5C8B1B-A7A2-1741-446D-0443E4F8D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08A8E65-69B4-950C-D300-EAC6468D61D8}"/>
              </a:ext>
            </a:extLst>
          </p:cNvPr>
          <p:cNvSpPr txBox="1">
            <a:spLocks/>
          </p:cNvSpPr>
          <p:nvPr/>
        </p:nvSpPr>
        <p:spPr>
          <a:xfrm>
            <a:off x="803243" y="2489454"/>
            <a:ext cx="5894832" cy="1188720"/>
          </a:xfrm>
          <a:prstGeom prst="rect">
            <a:avLst/>
          </a:prstGeom>
          <a:solidFill>
            <a:schemeClr val="bg1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200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PT" dirty="0">
                <a:solidFill>
                  <a:srgbClr val="2124B1"/>
                </a:solidFill>
              </a:rPr>
              <a:t>Lupa Digital</a:t>
            </a:r>
          </a:p>
        </p:txBody>
      </p:sp>
      <p:pic>
        <p:nvPicPr>
          <p:cNvPr id="5" name="Content Placeholder 7" descr="A magnifying glass over a newspaper&#10;&#10;AI-generated content may be incorrect.">
            <a:extLst>
              <a:ext uri="{FF2B5EF4-FFF2-40B4-BE49-F238E27FC236}">
                <a16:creationId xmlns:a16="http://schemas.microsoft.com/office/drawing/2014/main" id="{3BF56466-2DD2-3772-D0B9-B66A0D9FF7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047" y="2067654"/>
            <a:ext cx="1868377" cy="1868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52649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9A640680-50F8-B404-8154-680273DC59C6}"/>
              </a:ext>
            </a:extLst>
          </p:cNvPr>
          <p:cNvSpPr txBox="1">
            <a:spLocks/>
          </p:cNvSpPr>
          <p:nvPr/>
        </p:nvSpPr>
        <p:spPr>
          <a:xfrm>
            <a:off x="803243" y="2489454"/>
            <a:ext cx="5894832" cy="1188720"/>
          </a:xfrm>
          <a:prstGeom prst="rect">
            <a:avLst/>
          </a:prstGeom>
          <a:solidFill>
            <a:schemeClr val="bg1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200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PT" dirty="0"/>
              <a:t>Lupa Digital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4CD5757-70DF-4A72-B8BA-D5E5ACAA8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386706" y="964692"/>
            <a:ext cx="3986784" cy="4936558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EA93A49-7FC9-4173-84F4-14FF7005DE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51298" y="1128683"/>
            <a:ext cx="3657600" cy="4608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7" descr="A magnifying glass over a newspaper&#10;&#10;AI-generated content may be incorrect.">
            <a:extLst>
              <a:ext uri="{FF2B5EF4-FFF2-40B4-BE49-F238E27FC236}">
                <a16:creationId xmlns:a16="http://schemas.microsoft.com/office/drawing/2014/main" id="{A58F74A3-F0B0-6258-6FCA-055B604868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047" y="2067654"/>
            <a:ext cx="1868377" cy="1868377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0BC69A-4679-0871-06AB-69ADB042E5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1299" y="1128683"/>
            <a:ext cx="3657600" cy="4600634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PT" b="1" dirty="0">
                <a:latin typeface="Montserrat" pitchFamily="2" charset="77"/>
              </a:rPr>
              <a:t>Agradecimentos</a:t>
            </a:r>
          </a:p>
          <a:p>
            <a:pPr marL="0" indent="0" algn="ctr">
              <a:buNone/>
            </a:pPr>
            <a:endParaRPr lang="pt-PT" sz="1400" b="1" dirty="0">
              <a:latin typeface="Montserrat" pitchFamily="2" charset="77"/>
            </a:endParaRPr>
          </a:p>
          <a:p>
            <a:pPr marL="0" indent="0" algn="ctr">
              <a:buNone/>
            </a:pPr>
            <a:r>
              <a:rPr lang="pt-PT" sz="1600" dirty="0">
                <a:latin typeface="Montserrat" pitchFamily="2" charset="77"/>
              </a:rPr>
              <a:t>Prof.  Alina </a:t>
            </a:r>
            <a:r>
              <a:rPr lang="pt-PT" sz="1600" dirty="0" err="1">
                <a:latin typeface="Montserrat" pitchFamily="2" charset="77"/>
              </a:rPr>
              <a:t>Trifan</a:t>
            </a:r>
            <a:endParaRPr lang="pt-PT" sz="1600" dirty="0">
              <a:latin typeface="Montserrat" pitchFamily="2" charset="77"/>
            </a:endParaRPr>
          </a:p>
          <a:p>
            <a:pPr marL="0" indent="0" algn="ctr">
              <a:buNone/>
            </a:pPr>
            <a:r>
              <a:rPr lang="pt-PT" sz="1600" dirty="0">
                <a:latin typeface="Montserrat" pitchFamily="2" charset="77"/>
              </a:rPr>
              <a:t>Cristiano Nicolau</a:t>
            </a:r>
          </a:p>
          <a:p>
            <a:pPr marL="0" indent="0" algn="ctr">
              <a:buNone/>
            </a:pPr>
            <a:r>
              <a:rPr lang="pt-PT" sz="1600" dirty="0">
                <a:latin typeface="Montserrat" pitchFamily="2" charset="77"/>
              </a:rPr>
              <a:t>Helena Veríssimo</a:t>
            </a:r>
          </a:p>
          <a:p>
            <a:pPr marL="0" indent="0" algn="ctr">
              <a:buNone/>
            </a:pPr>
            <a:r>
              <a:rPr lang="pt-PT" sz="1600" dirty="0">
                <a:latin typeface="Montserrat" pitchFamily="2" charset="77"/>
              </a:rPr>
              <a:t>João Cardoso</a:t>
            </a:r>
          </a:p>
          <a:p>
            <a:pPr marL="0" indent="0" algn="ctr">
              <a:buNone/>
            </a:pPr>
            <a:r>
              <a:rPr lang="pt-PT" sz="1600" dirty="0">
                <a:latin typeface="Montserrat" pitchFamily="2" charset="77"/>
              </a:rPr>
              <a:t>Lara Pereira</a:t>
            </a:r>
          </a:p>
          <a:p>
            <a:pPr algn="ctr"/>
            <a:endParaRPr lang="en-PT" dirty="0">
              <a:latin typeface="Montserrat" pitchFamily="2" charset="77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429EF52-6F47-9C24-C8F5-1FD0EFE4BBEB}"/>
              </a:ext>
            </a:extLst>
          </p:cNvPr>
          <p:cNvSpPr txBox="1">
            <a:spLocks/>
          </p:cNvSpPr>
          <p:nvPr/>
        </p:nvSpPr>
        <p:spPr>
          <a:xfrm>
            <a:off x="2319424" y="3726515"/>
            <a:ext cx="2862470" cy="4190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31286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8431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735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82775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pt-PT" dirty="0">
                <a:latin typeface="Montserrat" pitchFamily="2" charset="77"/>
                <a:cs typeface="Modern Love" panose="020F0502020204030204" pitchFamily="34" charset="0"/>
              </a:rPr>
              <a:t>lupa-</a:t>
            </a:r>
            <a:r>
              <a:rPr lang="pt-PT" dirty="0" err="1">
                <a:latin typeface="Montserrat" pitchFamily="2" charset="77"/>
                <a:cs typeface="Modern Love" panose="020F0502020204030204" pitchFamily="34" charset="0"/>
              </a:rPr>
              <a:t>digital.pt</a:t>
            </a:r>
            <a:endParaRPr lang="pt-PT" dirty="0">
              <a:latin typeface="Montserrat" pitchFamily="2" charset="77"/>
              <a:cs typeface="Modern Love" panose="020F0502020204030204" pitchFamily="34" charset="0"/>
            </a:endParaRPr>
          </a:p>
        </p:txBody>
      </p:sp>
      <p:pic>
        <p:nvPicPr>
          <p:cNvPr id="11" name="Picture 10" descr="A black text on a black background&#10;&#10;AI-generated content may be incorrect.">
            <a:extLst>
              <a:ext uri="{FF2B5EF4-FFF2-40B4-BE49-F238E27FC236}">
                <a16:creationId xmlns:a16="http://schemas.microsoft.com/office/drawing/2014/main" id="{AF487892-CC1D-7866-257D-AA9FCB6ECC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23" y="6205970"/>
            <a:ext cx="2095468" cy="568905"/>
          </a:xfrm>
          <a:prstGeom prst="rect">
            <a:avLst/>
          </a:prstGeom>
        </p:spPr>
      </p:pic>
      <p:pic>
        <p:nvPicPr>
          <p:cNvPr id="16" name="Picture 15" descr="A green and white logo&#10;&#10;AI-generated content may be incorrect.">
            <a:extLst>
              <a:ext uri="{FF2B5EF4-FFF2-40B4-BE49-F238E27FC236}">
                <a16:creationId xmlns:a16="http://schemas.microsoft.com/office/drawing/2014/main" id="{E7209FD1-7E1B-53EA-99B7-DEA81CCB6F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09612" y="4593345"/>
            <a:ext cx="1140972" cy="428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5158844"/>
      </p:ext>
    </p:extLst>
  </p:cSld>
  <p:clrMapOvr>
    <a:masterClrMapping/>
  </p:clrMapOvr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71C241A9-A460-4AD1-916F-25308628A5B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1670</TotalTime>
  <Words>27</Words>
  <Application>Microsoft Macintosh PowerPoint</Application>
  <PresentationFormat>Widescreen</PresentationFormat>
  <Paragraphs>14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Arial</vt:lpstr>
      <vt:lpstr>Gill Sans MT</vt:lpstr>
      <vt:lpstr>Montserrat</vt:lpstr>
      <vt:lpstr>Parcel</vt:lpstr>
      <vt:lpstr>Lupa Digital</vt:lpstr>
      <vt:lpstr>Lupa Digital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Hugo C. Veríssimo</dc:creator>
  <cp:lastModifiedBy>Hugo C. Veríssimo</cp:lastModifiedBy>
  <cp:revision>196</cp:revision>
  <dcterms:created xsi:type="dcterms:W3CDTF">2025-05-24T10:50:27Z</dcterms:created>
  <dcterms:modified xsi:type="dcterms:W3CDTF">2025-05-27T15:05:33Z</dcterms:modified>
</cp:coreProperties>
</file>